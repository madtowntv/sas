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70" autoAdjust="0"/>
  </p:normalViewPr>
  <p:slideViewPr>
    <p:cSldViewPr snapToGrid="0">
      <p:cViewPr varScale="1">
        <p:scale>
          <a:sx n="64" d="100"/>
          <a:sy n="64" d="100"/>
        </p:scale>
        <p:origin x="90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BC4E4F-275C-B3BC-66B4-359BDB6B4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69B4C0-F8B2-E179-FF35-9D9D5E5BF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1227A6-69F5-4A77-F890-E9C9FD193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FDD85-EBE1-463E-958E-8F91A26CE0E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F7FE0F-C3A9-5386-6E70-A61024146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DED456-3D74-C886-6BFE-0AA3E310A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C87B8-9104-42E6-B2E7-D551F3D90F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007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874806-A63C-19E4-D33B-D78EE046B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E90A83-0560-1C9F-9FB6-09FDF021C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5A735C-969B-1EFC-8664-9480F3F1E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FDD85-EBE1-463E-958E-8F91A26CE0E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145819-0591-5BD5-68FB-1A7E6320B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0DDF1A-AF79-4D64-AA0B-F547364A6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C87B8-9104-42E6-B2E7-D551F3D90F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4922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6ED543-368A-C681-3736-46FF7F1B2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682021-6C6C-9287-E39D-3ACEFAF8E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F60ED2-DA9A-E17D-F0D3-BC7AF67CA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FDD85-EBE1-463E-958E-8F91A26CE0E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0C63ED-98EF-B403-1B16-3F18F076D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57BE1D-E085-3916-5431-CE901DF57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C87B8-9104-42E6-B2E7-D551F3D90F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1725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34508D-6A33-88A8-3D3A-25497396E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209AD3-BA1D-C6B0-BB32-23B16D4E05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D97CE2C-BDB6-2F97-99E7-49262A2D10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BF62AC-9513-8D65-5DEB-32146D760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FDD85-EBE1-463E-958E-8F91A26CE0E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108902-67B0-D012-7DB6-F87016116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3DDF485-CBAC-A2E9-2C26-105E68770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C87B8-9104-42E6-B2E7-D551F3D90F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653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51D5D1-27B8-DF24-D05B-74A1A11ED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B41782-8ACC-FB5D-C186-62703FDFA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50D284-98D2-9992-85BF-19661B878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C398BA6-657C-D520-56D9-8355CD3C5C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56560E5-1A3C-D087-D29A-5D6E9195A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0D97D3A-0278-0395-77D2-41A178EC3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FDD85-EBE1-463E-958E-8F91A26CE0E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CCDFCCD-9D07-7DCB-E3D9-83AF2A93F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1EE24A7-1E91-E283-DC11-325753D3E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C87B8-9104-42E6-B2E7-D551F3D90F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413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12203-4638-65D3-6DF3-10A288ABE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A0646D3-468B-8ACE-5EAF-489C4DC9D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FDD85-EBE1-463E-958E-8F91A26CE0E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4C66CE8-08E3-FFF9-449D-71E07C468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8F7F951-4BAB-CC43-A2CA-A7D115C8E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C87B8-9104-42E6-B2E7-D551F3D90F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0570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83D4E3A-5A53-584B-0042-E26F72271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FDD85-EBE1-463E-958E-8F91A26CE0E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510C5DD-45FA-A0CA-830B-2FBE55FD4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549564-1691-9E52-A920-FAD6BD008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C87B8-9104-42E6-B2E7-D551F3D90F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593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129DF6-B6F9-ABE5-D70F-8F1417C99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065874-FBE5-367D-1532-F09349D7A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55B7FD8-FEFC-562B-1327-5A70FC1D1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D98E34-1A66-BBD1-2432-5AEB0EE67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FDD85-EBE1-463E-958E-8F91A26CE0E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31DC68-07BA-44FE-5FCB-414C0D45E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447EAA-51EA-E012-E54F-547C0165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C87B8-9104-42E6-B2E7-D551F3D90F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366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67DCD-8609-6D52-9427-3DC315520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0D25A15-1DA3-A331-4DAD-B05E8A9523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BD81B7-C1F9-B257-8DF9-30173FFB3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AABBCFE-CEA7-32F0-B646-C325C893C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FDD85-EBE1-463E-958E-8F91A26CE0E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530A48-9AB8-9174-2303-12CA97C9D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037636-7A4B-FBA5-882C-07D8A821C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C87B8-9104-42E6-B2E7-D551F3D90F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942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30271F-A06A-5E25-1619-EFD05D8AF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FD67E11-AC38-99B7-D317-620CA94BA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6E75EE-D179-B3F1-2D24-3128B632A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FDD85-EBE1-463E-958E-8F91A26CE0E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2E440D-DB31-A7AC-4C63-1BFB7478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F27081-36A7-B479-EDDB-143E6BEAA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C87B8-9104-42E6-B2E7-D551F3D90F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7980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8645012-397F-EE51-1594-97C532F8D0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897B397-7298-CCE8-3ADF-D396ADCDF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A2CD24-D669-870F-FAC7-D3071E65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FDD85-EBE1-463E-958E-8F91A26CE0E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AB2B87-F8C1-DED3-A993-5091B5BA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A1195D-F815-2375-9AA0-F685741E8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C87B8-9104-42E6-B2E7-D551F3D90F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304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A66509-1D66-93EA-3641-A681A1935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58E950-3716-A20A-E2BC-8839D268B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57CC45-E285-FF57-A748-54F685A5D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FDD85-EBE1-463E-958E-8F91A26CE0E5}" type="datetimeFigureOut">
              <a:rPr lang="ru-RU" smtClean="0"/>
              <a:t>28.09.2026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D1A6FC-AC76-E29B-D79F-244DDBD10A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D1B5C2-DF3F-C1C0-4ECD-875E65D2F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C87B8-9104-42E6-B2E7-D551F3D90F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0905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DBE7A6-CC1F-4773-82DA-86EC92A314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№1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B97B63F-D13F-8682-36EC-CAC6F83CFD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Отчёт</a:t>
            </a:r>
          </a:p>
        </p:txBody>
      </p:sp>
    </p:spTree>
    <p:extLst>
      <p:ext uri="{BB962C8B-B14F-4D97-AF65-F5344CB8AC3E}">
        <p14:creationId xmlns:p14="http://schemas.microsoft.com/office/powerpoint/2010/main" val="1890751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527C71-030D-5AE2-A1DB-671F17975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0"/>
            <a:ext cx="6191250" cy="976313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A66E09F-610B-0251-9561-B66AAA687D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569"/>
          <a:stretch>
            <a:fillRect/>
          </a:stretch>
        </p:blipFill>
        <p:spPr>
          <a:xfrm>
            <a:off x="0" y="-1"/>
            <a:ext cx="6457950" cy="68580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370327-C3C5-3F0F-CF80-1FDE447CD04B}"/>
              </a:ext>
            </a:extLst>
          </p:cNvPr>
          <p:cNvSpPr txBox="1"/>
          <p:nvPr/>
        </p:nvSpPr>
        <p:spPr>
          <a:xfrm>
            <a:off x="6637421" y="329982"/>
            <a:ext cx="51775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Создание нового локального репозитория</a:t>
            </a:r>
          </a:p>
          <a:p>
            <a:endParaRPr lang="ru-RU" b="1" dirty="0"/>
          </a:p>
          <a:p>
            <a:r>
              <a:rPr lang="ru-RU" b="1" dirty="0"/>
              <a:t>Создание двух текстовых файла, добавление их в репозиторий</a:t>
            </a:r>
            <a:br>
              <a:rPr lang="ru-RU" dirty="0"/>
            </a:br>
            <a:r>
              <a:rPr lang="ru-RU" dirty="0"/>
              <a:t> 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0685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996522-3E9B-D04E-4517-ECC87D3BC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576011" cy="1325563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086C6B2-6EE0-49F8-7071-311454E46B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468"/>
          <a:stretch>
            <a:fillRect/>
          </a:stretch>
        </p:blipFill>
        <p:spPr>
          <a:xfrm>
            <a:off x="-1" y="0"/>
            <a:ext cx="6477001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B259FB-E4D8-FBBC-B42F-41AEEB581A43}"/>
              </a:ext>
            </a:extLst>
          </p:cNvPr>
          <p:cNvSpPr txBox="1"/>
          <p:nvPr/>
        </p:nvSpPr>
        <p:spPr>
          <a:xfrm>
            <a:off x="6477000" y="0"/>
            <a:ext cx="5715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Создание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 первого коммита</a:t>
            </a:r>
            <a:r>
              <a:rPr lang="ru-RU" dirty="0"/>
              <a:t> 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9108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4262447A-4012-EFFB-FE2D-0636E01265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093"/>
          <a:stretch>
            <a:fillRect/>
          </a:stretch>
        </p:blipFill>
        <p:spPr>
          <a:xfrm>
            <a:off x="0" y="-1"/>
            <a:ext cx="6429375" cy="68582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E65A1A-50D8-484D-C3A4-B3AF5C3A964C}"/>
              </a:ext>
            </a:extLst>
          </p:cNvPr>
          <p:cNvSpPr txBox="1"/>
          <p:nvPr/>
        </p:nvSpPr>
        <p:spPr>
          <a:xfrm>
            <a:off x="6429375" y="170130"/>
            <a:ext cx="57626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Измен</a:t>
            </a:r>
            <a:r>
              <a:rPr lang="ru-RU" b="1" dirty="0"/>
              <a:t>ение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 одного из отслеживаемых файлов и </a:t>
            </a:r>
            <a:r>
              <a:rPr lang="ru-RU" b="1" dirty="0"/>
              <a:t>создание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 второго коммита.</a:t>
            </a:r>
            <a:r>
              <a:rPr lang="ru-RU" dirty="0"/>
              <a:t> 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8129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9E1CEAEB-6A57-D584-8EB0-ED016F6B50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180"/>
          <a:stretch>
            <a:fillRect/>
          </a:stretch>
        </p:blipFill>
        <p:spPr>
          <a:xfrm>
            <a:off x="-1" y="0"/>
            <a:ext cx="6572251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1036E2-0B64-BD8C-A82E-5C0C19128B9C}"/>
              </a:ext>
            </a:extLst>
          </p:cNvPr>
          <p:cNvSpPr txBox="1"/>
          <p:nvPr/>
        </p:nvSpPr>
        <p:spPr>
          <a:xfrm>
            <a:off x="6656471" y="480991"/>
            <a:ext cx="6093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Добавление файла </a:t>
            </a:r>
            <a:r>
              <a:rPr lang="ru-RU" sz="1800" b="0" i="0" dirty="0">
                <a:solidFill>
                  <a:schemeClr val="tx1"/>
                </a:solidFill>
                <a:effectLst/>
              </a:rPr>
              <a:t>.</a:t>
            </a:r>
            <a:r>
              <a:rPr lang="ru-RU" sz="1800" b="0" i="0" dirty="0" err="1">
                <a:solidFill>
                  <a:schemeClr val="tx1"/>
                </a:solidFill>
                <a:effectLst/>
              </a:rPr>
              <a:t>gitignore</a:t>
            </a:r>
            <a:r>
              <a:rPr lang="ru-RU" sz="1800" b="0" i="0" dirty="0">
                <a:solidFill>
                  <a:schemeClr val="tx1"/>
                </a:solidFill>
                <a:effectLst/>
              </a:rPr>
              <a:t> 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3056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7E132460-D779-7CD3-ACB2-7CC0404E79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31469"/>
          <a:stretch>
            <a:fillRect/>
          </a:stretch>
        </p:blipFill>
        <p:spPr>
          <a:xfrm>
            <a:off x="-1" y="0"/>
            <a:ext cx="6477001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BD55C1-BAEA-9F30-811B-EC06661B1FA7}"/>
              </a:ext>
            </a:extLst>
          </p:cNvPr>
          <p:cNvSpPr txBox="1"/>
          <p:nvPr/>
        </p:nvSpPr>
        <p:spPr>
          <a:xfrm>
            <a:off x="6477000" y="290445"/>
            <a:ext cx="6093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Создание новой ветки для изменений</a:t>
            </a:r>
            <a:r>
              <a:rPr lang="ru-RU" dirty="0"/>
              <a:t> 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6973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28721560-B5EA-E095-6D40-876FFE09B9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1200"/>
          <a:stretch>
            <a:fillRect/>
          </a:stretch>
        </p:blipFill>
        <p:spPr>
          <a:xfrm>
            <a:off x="1" y="0"/>
            <a:ext cx="65532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2ADD63-FE75-4C2E-87D5-DD7F03B83143}"/>
              </a:ext>
            </a:extLst>
          </p:cNvPr>
          <p:cNvSpPr txBox="1"/>
          <p:nvPr/>
        </p:nvSpPr>
        <p:spPr>
          <a:xfrm>
            <a:off x="6553201" y="278414"/>
            <a:ext cx="53821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Переключение в неё, внесение изменения в другом файле и создание  коммит</a:t>
            </a:r>
            <a:r>
              <a:rPr lang="ru-RU" dirty="0"/>
              <a:t> 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7453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A6B04E3E-0432-E0D2-452F-4056C19DB8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9679"/>
          <a:stretch>
            <a:fillRect/>
          </a:stretch>
        </p:blipFill>
        <p:spPr>
          <a:xfrm>
            <a:off x="0" y="0"/>
            <a:ext cx="6762749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3DEADE-9B13-70FC-870E-1F5B771A6FF9}"/>
              </a:ext>
            </a:extLst>
          </p:cNvPr>
          <p:cNvSpPr txBox="1"/>
          <p:nvPr/>
        </p:nvSpPr>
        <p:spPr>
          <a:xfrm>
            <a:off x="6762749" y="158098"/>
            <a:ext cx="52688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Возвращение в основную ветку и выполнение слияние с новой веткой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0561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C03E4235-8B82-1B7E-1C61-C02E52B17A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31493"/>
          <a:stretch>
            <a:fillRect/>
          </a:stretch>
        </p:blipFill>
        <p:spPr>
          <a:xfrm>
            <a:off x="0" y="0"/>
            <a:ext cx="649605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02B533-69BF-2343-8DD0-FDE27EA7E16F}"/>
              </a:ext>
            </a:extLst>
          </p:cNvPr>
          <p:cNvSpPr txBox="1"/>
          <p:nvPr/>
        </p:nvSpPr>
        <p:spPr>
          <a:xfrm>
            <a:off x="6496050" y="326541"/>
            <a:ext cx="6093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выполнение слияние с новой веткой</a:t>
            </a:r>
            <a:br>
              <a:rPr lang="ru-RU" sz="1800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0920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D63E7580-C08D-FB4C-A1B0-DC5FC69957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8" r="7703" b="48"/>
          <a:stretch>
            <a:fillRect/>
          </a:stretch>
        </p:blipFill>
        <p:spPr>
          <a:xfrm>
            <a:off x="0" y="0"/>
            <a:ext cx="6619876" cy="68547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661A21-B678-D276-74E5-AC38270792C6}"/>
              </a:ext>
            </a:extLst>
          </p:cNvPr>
          <p:cNvSpPr txBox="1"/>
          <p:nvPr/>
        </p:nvSpPr>
        <p:spPr>
          <a:xfrm>
            <a:off x="6619876" y="198112"/>
            <a:ext cx="55721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Е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щё одно изменение в основной ветке и фиксирование его коммитом</a:t>
            </a:r>
            <a:r>
              <a:rPr lang="ru-RU" dirty="0"/>
              <a:t> 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5838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36FC24A8-08E0-CDA0-CB35-ADD1C322A9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48"/>
          <a:stretch>
            <a:fillRect/>
          </a:stretch>
        </p:blipFill>
        <p:spPr>
          <a:xfrm>
            <a:off x="0" y="-1"/>
            <a:ext cx="6638925" cy="68651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809995-3669-9DDE-6D97-39F1E4AFBD05}"/>
              </a:ext>
            </a:extLst>
          </p:cNvPr>
          <p:cNvSpPr txBox="1"/>
          <p:nvPr/>
        </p:nvSpPr>
        <p:spPr>
          <a:xfrm>
            <a:off x="6638925" y="192097"/>
            <a:ext cx="53445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Переход обратно в новую ветку и изменение того же файл, что и в основной ветке</a:t>
            </a:r>
            <a:r>
              <a:rPr lang="ru-RU" dirty="0"/>
              <a:t> 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1552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281EFA65-AAE5-EFAB-B1D9-BFDA3A317E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553200" cy="68914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D01361-03F2-D012-DAC1-CBC8836EE61E}"/>
              </a:ext>
            </a:extLst>
          </p:cNvPr>
          <p:cNvSpPr txBox="1"/>
          <p:nvPr/>
        </p:nvSpPr>
        <p:spPr>
          <a:xfrm>
            <a:off x="6553200" y="128019"/>
            <a:ext cx="55265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Просмотр истории коммитов с отображением ветвлений</a:t>
            </a:r>
            <a:r>
              <a:rPr lang="ru-RU" dirty="0"/>
              <a:t> 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626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2672C36F-F95C-B29F-4923-E4FD3A7740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094"/>
          <a:stretch>
            <a:fillRect/>
          </a:stretch>
        </p:blipFill>
        <p:spPr>
          <a:xfrm>
            <a:off x="4890" y="0"/>
            <a:ext cx="6614986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82AAD4-AB06-EF4A-8579-6B9878D5BA40}"/>
              </a:ext>
            </a:extLst>
          </p:cNvPr>
          <p:cNvSpPr txBox="1"/>
          <p:nvPr/>
        </p:nvSpPr>
        <p:spPr>
          <a:xfrm>
            <a:off x="6619876" y="168442"/>
            <a:ext cx="6093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создание удалённого репозитория</a:t>
            </a:r>
            <a:r>
              <a:rPr lang="ru-RU" dirty="0"/>
              <a:t> 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2099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BF31C491-4DE4-7B51-0297-4135BE85E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501"/>
          <a:stretch>
            <a:fillRect/>
          </a:stretch>
        </p:blipFill>
        <p:spPr>
          <a:xfrm>
            <a:off x="1" y="0"/>
            <a:ext cx="66294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312860-9667-EC48-CE51-86FC40988608}"/>
              </a:ext>
            </a:extLst>
          </p:cNvPr>
          <p:cNvSpPr txBox="1"/>
          <p:nvPr/>
        </p:nvSpPr>
        <p:spPr>
          <a:xfrm>
            <a:off x="6593307" y="498902"/>
            <a:ext cx="60939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На 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GitHub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 создание файла </a:t>
            </a:r>
            <a:r>
              <a:rPr lang="ru-RU" sz="1800" b="0" i="0" dirty="0">
                <a:solidFill>
                  <a:schemeClr val="tx1"/>
                </a:solidFill>
                <a:effectLst/>
              </a:rPr>
              <a:t>README.md </a:t>
            </a:r>
          </a:p>
          <a:p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В локальном репозитории 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получие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 изменения с 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GitHub</a:t>
            </a:r>
            <a:r>
              <a:rPr lang="ru-RU" dirty="0"/>
              <a:t> 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203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E1AC88CB-432A-960E-E543-AEF5E20556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4733925" cy="68787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D7BB86-2476-8885-9910-772A4438FB23}"/>
              </a:ext>
            </a:extLst>
          </p:cNvPr>
          <p:cNvSpPr txBox="1"/>
          <p:nvPr/>
        </p:nvSpPr>
        <p:spPr>
          <a:xfrm>
            <a:off x="4733924" y="462807"/>
            <a:ext cx="6093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Страница </a:t>
            </a:r>
            <a:r>
              <a:rPr lang="ru-RU" b="1" dirty="0" err="1"/>
              <a:t>GitHub</a:t>
            </a:r>
            <a:r>
              <a:rPr lang="ru-RU" dirty="0"/>
              <a:t> 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65723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134</Words>
  <Application>Microsoft Office PowerPoint</Application>
  <PresentationFormat>Широкоэкранный</PresentationFormat>
  <Paragraphs>19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Тема Office</vt:lpstr>
      <vt:lpstr>Лабораторная работа №1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Терминальный пользователь 42504</dc:creator>
  <cp:lastModifiedBy>Студент ГМУ</cp:lastModifiedBy>
  <cp:revision>4</cp:revision>
  <dcterms:created xsi:type="dcterms:W3CDTF">2026-09-18T10:20:53Z</dcterms:created>
  <dcterms:modified xsi:type="dcterms:W3CDTF">2026-09-28T12:16:39Z</dcterms:modified>
</cp:coreProperties>
</file>